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732" y="9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FAD2E2-29C6-402E-9444-18890C741FE3}" type="datetimeFigureOut">
              <a:rPr lang="ru-RU" smtClean="0"/>
              <a:t>09.01.2026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BBCA90-9472-4B00-8B16-AB76BABA69C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5340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57E92-F77A-44FB-2315-40852D6A3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E3B5E-13D9-D22B-5C64-741622C7D9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795CA98-6C9F-254A-ACDF-4EEFB5D6B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520874-5185-4573-BCC0-7F8FB8300DCC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6907A7-0338-7A04-D55B-EFC6DF9D2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9774E69-D8EE-F4EA-4944-3E6B2BA81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106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38C417-910A-C907-390A-2FBCBBBB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F113C0-6DC4-CECD-F5FE-74F09AF10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8B51601-8E90-6723-BBF9-96F324F2D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4CC9E-0F5C-4600-A5F1-646EDE50FB51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9B12C9E-3BB9-BD0D-A9BA-79E74FAF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049FFA-04B2-AE9A-B12A-9E140BC2F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6154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303E1A-16EA-5609-A4E1-B2FB0C46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6CB3D7-0D72-A1EE-B01F-CC820FEC7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A008BBA-C1C3-D645-0C57-24F566CB2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10C5C1-D9D9-44BB-A3EE-2BADFBE1B0E0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AE127C-4A02-DE5E-3098-57DEE1B03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CCF96F-D876-6905-3357-F2000B6EC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3667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D69B15-7351-F19A-C337-135C75EDD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C3614-7697-FE4C-4604-D5F8F1FCC3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A37272F-C3D7-439F-6D2B-E154293019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0BBB4B7-EEEA-1E1A-DE27-BBD1EF7BB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B6174-B2A2-48FA-A346-A5AC68F83419}" type="datetime1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58791B8-DD93-CDB8-A195-4C69F53BE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B48D9BD-5413-0557-063F-64B69BCF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0692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C62A9-6894-CF9E-34F5-3C979F5C8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50AA3FD-CCEB-A682-326C-808B1DB99F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0D315F8-E50C-871D-7858-2BBCB5812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05C8C0B-39BB-0144-FBF1-E97EAF218F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0AC033D-701A-AE1B-972B-5557282492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2DDC6AE-7E05-2691-A94E-853FFDD32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6F03-973F-4377-9B2F-B809DC212C4D}" type="datetime1">
              <a:rPr lang="ru-RU" smtClean="0"/>
              <a:t>09.01.2026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E02AC5B-73B9-ABB9-2751-5D0772E8D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AB0B00D-1887-2A93-FF8C-F33BA0365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15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656E69-26AD-046C-7A6F-F8FD0F05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72C4B87-F431-64C5-88C1-FFA85029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2B45F-36A2-413C-AC43-0FDB64F7876B}" type="datetime1">
              <a:rPr lang="ru-RU" smtClean="0"/>
              <a:t>09.01.2026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2E2BEB0-2F31-A7D4-1F09-9CF5F17F4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618FAB-B94F-9E22-BEA0-A766969CB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0629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26774E7-4F45-D3A8-DE42-F326FC29A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807CE8-3D75-41E4-92D8-9E50B4AD9896}" type="datetime1">
              <a:rPr lang="ru-RU" smtClean="0"/>
              <a:t>09.01.2026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9C3C789-44D4-253E-E67F-103FC275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CF62AD-2DA2-F7B1-EFD3-1AD366BEA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06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2590A7-2A85-4A1C-F87F-D9AAA261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F9CEC9D-446E-0C4B-D267-C22DECA60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B0C6B46-4440-C6D7-E059-E33E60AFC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3CE8F82-5C1B-07E0-0383-30563D62B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14633-B85F-4C2A-B955-304335203667}" type="datetime1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BAE1D32-0A9D-2587-AA9A-103991135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49422F-5407-0AE2-56A5-F51CDBEBD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4396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3F725E-9E9B-F05F-0D5B-5A10293E4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4840DCD6-3C46-A67E-465E-061A9C2EF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16B58D-A4BC-BE13-8BAA-EFFE127190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009431-64EB-CDFD-FD0C-2277D2CBB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92E45-594B-4753-A639-2607AB6FC762}" type="datetime1">
              <a:rPr lang="ru-RU" smtClean="0"/>
              <a:t>09.01.2026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174D58-D6C4-B3BB-0EA2-42E29086F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2352DB5-F056-E7BD-1D6C-F247C074E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1052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D98FB7-4F7E-EEF6-CB43-7DB17B0D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0B9ABA2-62BE-5723-7AC7-E06E90E6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6E3B79-326D-CB56-A0CE-A4ADBF542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E528E-7A8D-422F-9DA0-6A96E1CE8182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863681-C8E9-D9B4-B7A5-87326E537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4587876-6767-E745-7BE6-252BFC68E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337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5BB2E05-8ADF-856C-D3B8-C1E9D604D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21C9FA-8381-CA29-65E2-7E8A8F7C0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A5B62D-B4EB-1E44-7190-0294DB906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E3FDD-DE1A-4B8A-BC53-BAA89213F573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84675D-CAB6-D98F-8EC5-BD2EC59F1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3D3BA68-EBE8-75EA-90BC-FC3D677C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2521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27C4DE-F39D-638C-A4C8-564B62E6F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ABB48E-13F2-088B-E8C7-C11F02FD1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97731CF-180C-BAD5-B3E6-8D4DAF20E3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59F876-EA05-4A71-9C34-71C250425EAD}" type="datetime1">
              <a:rPr lang="ru-RU" smtClean="0"/>
              <a:t>09.01.2026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2099A9-BE4F-9016-3D80-D3A48E8FA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9CED75E-24A0-2693-DDE2-071133D35E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5CE9A4-E99E-4FBD-93DD-E6750250389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5469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83001B-6705-883B-E2DE-EBC7B6FE87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Система управления складом</a:t>
            </a:r>
            <a:br>
              <a:rPr lang="ru-RU" b="1" dirty="0"/>
            </a:br>
            <a:r>
              <a:rPr lang="ru-RU" sz="2700" b="1" dirty="0"/>
              <a:t>Мобильное приложение для </a:t>
            </a:r>
            <a:r>
              <a:rPr lang="en-US" sz="2700" b="1" dirty="0"/>
              <a:t>Android</a:t>
            </a:r>
            <a:br>
              <a:rPr lang="en-US" b="1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6DED437-58BD-A353-C0DD-E2AA590A8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71135" y="4693419"/>
            <a:ext cx="9144000" cy="1655762"/>
          </a:xfrm>
        </p:spPr>
        <p:txBody>
          <a:bodyPr/>
          <a:lstStyle/>
          <a:p>
            <a:pPr algn="r"/>
            <a:r>
              <a:rPr lang="ru-RU" dirty="0"/>
              <a:t>Подготовила: Брянцева К. Ю.</a:t>
            </a:r>
          </a:p>
          <a:p>
            <a:pPr algn="r"/>
            <a:r>
              <a:rPr lang="ru-RU" dirty="0"/>
              <a:t>Преподаватель: Ушаков В. А.</a:t>
            </a:r>
          </a:p>
        </p:txBody>
      </p:sp>
    </p:spTree>
    <p:extLst>
      <p:ext uri="{BB962C8B-B14F-4D97-AF65-F5344CB8AC3E}">
        <p14:creationId xmlns:p14="http://schemas.microsoft.com/office/powerpoint/2010/main" val="3718269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FC0349D-9CBE-2F80-00CB-068C52733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Цель проекта</a:t>
            </a:r>
            <a:endParaRPr lang="ru-RU" dirty="0"/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3AA30D5-9F63-ECEE-CE2D-610BC5178D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Создать </a:t>
            </a:r>
            <a:r>
              <a:rPr lang="ru-RU" b="1" dirty="0"/>
              <a:t>мобильное приложение</a:t>
            </a:r>
            <a:r>
              <a:rPr lang="ru-RU" dirty="0"/>
              <a:t> для удобного и безопасного управления складскими операциями в реальном времени.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FA1C8F-BE5A-D4CD-E048-770548FC5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6727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E76159-39A0-085D-6895-31C7DA6DF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Задачи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1FCF7-00CC-F9E6-8B85-AD45FCBB7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Реализовать CRUD-операции для товаров, поставок, отгрузок и списаний</a:t>
            </a:r>
          </a:p>
          <a:p>
            <a:r>
              <a:rPr lang="ru-RU" dirty="0"/>
              <a:t>Обеспечить работу с фильтрацией и поиском</a:t>
            </a:r>
          </a:p>
          <a:p>
            <a:r>
              <a:rPr lang="ru-RU" dirty="0"/>
              <a:t>Реализовать интуитивный интерфейс с жестами</a:t>
            </a:r>
          </a:p>
          <a:p>
            <a:r>
              <a:rPr lang="ru-RU" dirty="0"/>
              <a:t>Обеспечить надёжную архитектуру и защиту от ошибок</a:t>
            </a:r>
          </a:p>
          <a:p>
            <a:r>
              <a:rPr lang="ru-RU" dirty="0"/>
              <a:t>Синхронизировать данные с бэкендом (Spring Boot)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8CCFE2-9AEB-786B-D34F-C91E44FA1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8447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2D8078-F209-323A-D797-AD87F77CC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 приложении (функционал)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B8AA6-684C-9530-531D-FAC705FBD0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53284" cy="4351338"/>
          </a:xfrm>
        </p:spPr>
        <p:txBody>
          <a:bodyPr/>
          <a:lstStyle/>
          <a:p>
            <a:r>
              <a:rPr lang="ru-RU" dirty="0"/>
              <a:t>Управление </a:t>
            </a:r>
            <a:r>
              <a:rPr lang="ru-RU" b="1" dirty="0"/>
              <a:t>товарами</a:t>
            </a:r>
            <a:r>
              <a:rPr lang="ru-RU" dirty="0"/>
              <a:t> (редактирование, категории)</a:t>
            </a:r>
          </a:p>
          <a:p>
            <a:r>
              <a:rPr lang="ru-RU" dirty="0"/>
              <a:t>Управление </a:t>
            </a:r>
            <a:r>
              <a:rPr lang="ru-RU" b="1" dirty="0"/>
              <a:t>поставщиками</a:t>
            </a:r>
            <a:r>
              <a:rPr lang="ru-RU" dirty="0"/>
              <a:t> (редактирование)</a:t>
            </a:r>
          </a:p>
          <a:p>
            <a:r>
              <a:rPr lang="ru-RU" dirty="0"/>
              <a:t>Учёт </a:t>
            </a:r>
            <a:r>
              <a:rPr lang="ru-RU" b="1" dirty="0"/>
              <a:t>поставок</a:t>
            </a:r>
            <a:r>
              <a:rPr lang="ru-RU" dirty="0"/>
              <a:t> (добавление товара на склад)</a:t>
            </a:r>
          </a:p>
          <a:p>
            <a:r>
              <a:rPr lang="ru-RU" dirty="0"/>
              <a:t>Учёт </a:t>
            </a:r>
            <a:r>
              <a:rPr lang="ru-RU" b="1" dirty="0"/>
              <a:t>отгрузок</a:t>
            </a:r>
            <a:r>
              <a:rPr lang="ru-RU" dirty="0"/>
              <a:t> (списание товара со склада)</a:t>
            </a:r>
          </a:p>
          <a:p>
            <a:r>
              <a:rPr lang="ru-RU" dirty="0"/>
              <a:t>Учёт </a:t>
            </a:r>
            <a:r>
              <a:rPr lang="ru-RU" b="1" dirty="0"/>
              <a:t>списаний</a:t>
            </a:r>
            <a:r>
              <a:rPr lang="ru-RU" dirty="0"/>
              <a:t> (по причинам: брак, кража и др.)</a:t>
            </a:r>
          </a:p>
          <a:p>
            <a:r>
              <a:rPr lang="ru-RU" dirty="0"/>
              <a:t>Фильтрация по категориям, поставщикам, причинам и др.</a:t>
            </a:r>
          </a:p>
          <a:p>
            <a:r>
              <a:rPr lang="ru-RU" dirty="0"/>
              <a:t>Валидация (нельзя отгрузить больше, чем есть и др.)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на открытом воздух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011BD6F-497C-DF01-7C23-E1EC8C2D4F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8950" y="1027906"/>
            <a:ext cx="2340318" cy="506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50800"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2BD6F2-1C8A-CEE0-5DD7-33FD8F576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6049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0F580B-E2D8-131D-101D-A7EA1862F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 приложении (</a:t>
            </a:r>
            <a:r>
              <a:rPr lang="en-US" b="1" dirty="0"/>
              <a:t>UI/UX </a:t>
            </a:r>
            <a:r>
              <a:rPr lang="ru-RU" b="1" dirty="0"/>
              <a:t>особенности)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811ECA-DB9F-62CF-D3C6-C15E292D4C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6845" cy="4309704"/>
          </a:xfrm>
        </p:spPr>
        <p:txBody>
          <a:bodyPr/>
          <a:lstStyle/>
          <a:p>
            <a:r>
              <a:rPr lang="ru-RU" dirty="0"/>
              <a:t>Современный </a:t>
            </a:r>
            <a:r>
              <a:rPr lang="ru-RU" dirty="0" err="1"/>
              <a:t>Material</a:t>
            </a:r>
            <a:r>
              <a:rPr lang="ru-RU" dirty="0"/>
              <a:t> Design</a:t>
            </a:r>
          </a:p>
          <a:p>
            <a:r>
              <a:rPr lang="ru-RU" dirty="0" err="1"/>
              <a:t>Свайп</a:t>
            </a:r>
            <a:r>
              <a:rPr lang="ru-RU" dirty="0"/>
              <a:t> для редактирования (товары, поставщики) и удаления (поставки, отгрузки, списания)</a:t>
            </a:r>
          </a:p>
          <a:p>
            <a:r>
              <a:rPr lang="ru-RU" dirty="0"/>
              <a:t>Кастомные диалоги в едином стиле</a:t>
            </a:r>
          </a:p>
          <a:p>
            <a:r>
              <a:rPr lang="ru-RU" dirty="0"/>
              <a:t>Поддержка светлой и тёмной тем</a:t>
            </a:r>
          </a:p>
        </p:txBody>
      </p:sp>
      <p:pic>
        <p:nvPicPr>
          <p:cNvPr id="5" name="Рисунок 4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254A707-4D78-2EB7-5E77-8E1BAC5846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16"/>
          <a:stretch>
            <a:fillRect/>
          </a:stretch>
        </p:blipFill>
        <p:spPr>
          <a:xfrm>
            <a:off x="6928510" y="1607572"/>
            <a:ext cx="2284039" cy="45408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50800"/>
        </p:spPr>
      </p:pic>
      <p:pic>
        <p:nvPicPr>
          <p:cNvPr id="9" name="Рисунок 8" descr="Изображение выглядит как электроника, текст, снимок экрана, Электронное устройств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FD6C583-5E69-5E7F-3397-F96E6825B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835" y="1607572"/>
            <a:ext cx="2359386" cy="452775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scene3d>
            <a:camera prst="orthographicFront"/>
            <a:lightRig rig="threePt" dir="t"/>
          </a:scene3d>
          <a:sp3d contourW="25400"/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370CD2-71DA-853D-2954-75F41142D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1520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4CDDA72-5C6D-BFBA-0721-C247BF7A43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6716" y="3239747"/>
            <a:ext cx="2718494" cy="2829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9F564E-42F3-52BF-58C4-96C3573AC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Архитектура приложения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DF6B87-AE47-D99A-8D6B-AFF4C2900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56639" cy="4351338"/>
          </a:xfrm>
        </p:spPr>
        <p:txBody>
          <a:bodyPr>
            <a:normAutofit/>
          </a:bodyPr>
          <a:lstStyle/>
          <a:p>
            <a:r>
              <a:rPr lang="ru-RU" dirty="0"/>
              <a:t>Проект разделён на модули (</a:t>
            </a:r>
            <a:r>
              <a:rPr lang="ru-RU" dirty="0" err="1"/>
              <a:t>data</a:t>
            </a:r>
            <a:r>
              <a:rPr lang="ru-RU" dirty="0"/>
              <a:t>, </a:t>
            </a:r>
            <a:r>
              <a:rPr lang="ru-RU" dirty="0" err="1"/>
              <a:t>domain</a:t>
            </a:r>
            <a:r>
              <a:rPr lang="ru-RU" dirty="0"/>
              <a:t>, </a:t>
            </a:r>
            <a:r>
              <a:rPr lang="ru-RU" dirty="0" err="1"/>
              <a:t>view</a:t>
            </a:r>
            <a:r>
              <a:rPr lang="ru-RU" dirty="0"/>
              <a:t>), что соответствует принципу </a:t>
            </a:r>
            <a:r>
              <a:rPr lang="ru-RU" b="1" dirty="0"/>
              <a:t>слоистой архитектуры.</a:t>
            </a:r>
          </a:p>
          <a:p>
            <a:endParaRPr lang="ru-RU" b="1" dirty="0"/>
          </a:p>
          <a:p>
            <a:r>
              <a:rPr lang="ru-RU" b="1" dirty="0"/>
              <a:t> Имеет ряд преимуществ:</a:t>
            </a:r>
          </a:p>
          <a:p>
            <a:r>
              <a:rPr lang="ru-RU" dirty="0"/>
              <a:t>Тестируемость</a:t>
            </a:r>
          </a:p>
          <a:p>
            <a:r>
              <a:rPr lang="ru-RU" dirty="0"/>
              <a:t>Разделение ответственности</a:t>
            </a:r>
          </a:p>
          <a:p>
            <a:r>
              <a:rPr lang="ru-RU" dirty="0"/>
              <a:t>Лёгкая замена сетевого слоя</a:t>
            </a:r>
          </a:p>
          <a:p>
            <a:r>
              <a:rPr lang="ru-RU" dirty="0"/>
              <a:t>Устойчивость к изменениям</a:t>
            </a:r>
          </a:p>
        </p:txBody>
      </p:sp>
      <p:pic>
        <p:nvPicPr>
          <p:cNvPr id="7" name="Рисунок 6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8B267DC-F294-4A0C-1D90-B106443CD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238" y="3239747"/>
            <a:ext cx="3296110" cy="2829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79B331E-F6D9-DEED-4EC3-691D19186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897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389654-88F2-900C-E3B7-CCC66DFC9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Use-case </a:t>
            </a:r>
            <a:r>
              <a:rPr lang="ru-RU" b="1" dirty="0"/>
              <a:t>диаграмма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D273C20-FA7B-DF5E-F218-8C5E3D8474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214" y="1551106"/>
            <a:ext cx="6310701" cy="5036507"/>
          </a:xfrm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EDCE6C8-ABE4-F58F-40A8-AAEA85807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1966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9F5B15-98B5-7180-7960-622E643124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Диаграмма последовательности </a:t>
            </a:r>
            <a:br>
              <a:rPr lang="ru-RU" b="1" dirty="0"/>
            </a:br>
            <a:r>
              <a:rPr lang="ru-RU" b="1" dirty="0"/>
              <a:t>— Загрузка списка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1CB995-CB6A-B65B-E174-84786FDAF6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→ </a:t>
            </a:r>
            <a:r>
              <a:rPr lang="en-US" dirty="0" err="1"/>
              <a:t>ViewModel</a:t>
            </a:r>
            <a:r>
              <a:rPr lang="en-US" dirty="0"/>
              <a:t> → Repository → Retrofit → API → </a:t>
            </a:r>
            <a:r>
              <a:rPr lang="ru-RU" dirty="0"/>
              <a:t>обратно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F739AB5-C185-7D0D-A067-1CA494039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98" y="2452419"/>
            <a:ext cx="10024804" cy="3724544"/>
          </a:xfrm>
          <a:prstGeom prst="rect">
            <a:avLst/>
          </a:prstGeom>
        </p:spPr>
      </p:pic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E0319E-59E5-1499-8FDA-83E8DA14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3137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A8206A-ADA1-E933-1CCA-064BE936E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Диаграмма последовательности</a:t>
            </a:r>
            <a:br>
              <a:rPr lang="ru-RU" b="1" dirty="0"/>
            </a:br>
            <a:r>
              <a:rPr lang="ru-RU" b="1" dirty="0"/>
              <a:t>— Редактирование товара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51813F-74F4-0E09-393C-984E5B5BDD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55122"/>
            <a:ext cx="11019503" cy="4351338"/>
          </a:xfrm>
        </p:spPr>
        <p:txBody>
          <a:bodyPr/>
          <a:lstStyle/>
          <a:p>
            <a:r>
              <a:rPr lang="ru-RU" dirty="0"/>
              <a:t>Используется </a:t>
            </a:r>
            <a:r>
              <a:rPr lang="ru-RU" dirty="0" err="1"/>
              <a:t>UseCase</a:t>
            </a:r>
            <a:r>
              <a:rPr lang="ru-RU" dirty="0"/>
              <a:t> для инкапсуляции логики</a:t>
            </a:r>
          </a:p>
          <a:p>
            <a:r>
              <a:rPr lang="ru-RU" dirty="0"/>
              <a:t>После успешного обновления — автоматическая перезагрузка списка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CE41EB1-12AA-CCC4-0DA7-F08171C64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804" y="2816302"/>
            <a:ext cx="7642392" cy="3810640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CFB58A-6006-ECBA-9A32-5D9B798E3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3679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23CAED-F7FB-6B71-18CF-CF8996277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Диаграмма последовательности</a:t>
            </a:r>
            <a:br>
              <a:rPr lang="ru-RU" b="1" dirty="0"/>
            </a:br>
            <a:r>
              <a:rPr lang="ru-RU" b="1" dirty="0"/>
              <a:t> — Создание поставки</a:t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76FD3C7-B9A9-2B1A-4D9F-13C6DDA4F1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Проверка остатков </a:t>
            </a:r>
            <a:r>
              <a:rPr lang="ru-RU" b="1" dirty="0"/>
              <a:t>на бэкенде</a:t>
            </a:r>
            <a:endParaRPr lang="ru-RU" dirty="0"/>
          </a:p>
          <a:p>
            <a:r>
              <a:rPr lang="ru-RU" dirty="0"/>
              <a:t>Валидация INN поставщика (12 цифр)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003215-D3E4-F388-6E61-61DE4505EF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548" y="2775873"/>
            <a:ext cx="8504903" cy="386806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BB6B7CC-EEF6-8200-F1BE-D11E5ABD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032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DB342E-7270-4DB1-BFCE-C03768AD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Диаграмма последовательности </a:t>
            </a:r>
            <a:br>
              <a:rPr lang="ru-RU" b="1" dirty="0"/>
            </a:br>
            <a:r>
              <a:rPr lang="ru-RU" b="1" dirty="0"/>
              <a:t>— Удаление списания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7A19AD-336F-EE01-1275-E4117671F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0342" cy="4351338"/>
          </a:xfrm>
        </p:spPr>
        <p:txBody>
          <a:bodyPr/>
          <a:lstStyle/>
          <a:p>
            <a:r>
              <a:rPr lang="ru-RU" dirty="0" err="1"/>
              <a:t>Свайп</a:t>
            </a:r>
            <a:r>
              <a:rPr lang="ru-RU" dirty="0"/>
              <a:t> → подтверждение → удаление</a:t>
            </a:r>
          </a:p>
          <a:p>
            <a:r>
              <a:rPr lang="ru-RU" dirty="0"/>
              <a:t>При удалении — </a:t>
            </a:r>
            <a:r>
              <a:rPr lang="ru-RU" b="1" dirty="0"/>
              <a:t>товар возвращается на склад</a:t>
            </a:r>
            <a:r>
              <a:rPr lang="ru-RU" dirty="0"/>
              <a:t> (обратная операция)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44C812E-8ED4-6894-8336-7C79FBD13A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703" y="2894838"/>
            <a:ext cx="8288593" cy="3766517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6FE849-4D3C-176F-F749-268C9940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1280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DF83A-DE45-78FD-50B9-2728FD546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Диаграмма последовательности</a:t>
            </a:r>
            <a:br>
              <a:rPr lang="ru-RU" b="1" dirty="0"/>
            </a:br>
            <a:r>
              <a:rPr lang="ru-RU" b="1" dirty="0"/>
              <a:t>— Фильтрация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E80B019-2015-5FA1-E5ED-FE15B630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Фильтрация по нескольким параметрам одновременно</a:t>
            </a:r>
          </a:p>
          <a:p>
            <a:r>
              <a:rPr lang="ru-RU" dirty="0"/>
              <a:t>Все фильтры применяются </a:t>
            </a:r>
            <a:r>
              <a:rPr lang="ru-RU" b="1" dirty="0"/>
              <a:t>на стороне бэкенда</a:t>
            </a:r>
            <a:endParaRPr lang="ru-RU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F2A03B-9140-4168-D668-5093340245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477" y="2940962"/>
            <a:ext cx="8731045" cy="3449596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B69992-1C57-D32D-80FE-2DC494AC0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742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86AF78-D401-7F9A-D428-E62353438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Тестирование и надёжность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31E401-8D09-999D-21B3-266398B17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Пользователь видит понятные сообщения об ошибках</a:t>
            </a:r>
          </a:p>
          <a:p>
            <a:r>
              <a:rPr lang="ru-RU" dirty="0"/>
              <a:t>Проверка обязательных полей</a:t>
            </a:r>
          </a:p>
          <a:p>
            <a:r>
              <a:rPr lang="ru-RU" dirty="0"/>
              <a:t>Ограничения количества по остатку</a:t>
            </a:r>
          </a:p>
          <a:p>
            <a:r>
              <a:rPr lang="ru-RU" dirty="0"/>
              <a:t>Нет прямого доступа к данным из UI</a:t>
            </a:r>
          </a:p>
          <a:p>
            <a:r>
              <a:rPr lang="ru-RU" dirty="0"/>
              <a:t>Все операции проходят через контролируемые слои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E30D2B6-D8D9-7255-349E-101208AD3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4384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1609B4-F48B-0EB6-5747-E649C3498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Заключение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49520F-C90E-31AC-B291-2E4E9F8B6C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Проект полностью реализует требования складского учёта</a:t>
            </a:r>
          </a:p>
          <a:p>
            <a:r>
              <a:rPr lang="ru-RU" dirty="0"/>
              <a:t>Интерфейс интуитивен</a:t>
            </a:r>
          </a:p>
          <a:p>
            <a:r>
              <a:rPr lang="ru-RU" dirty="0"/>
              <a:t>Готов к расширению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CB260A-E06C-14F1-78E2-387C3445D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5CE9A4-E99E-4FBD-93DD-E6750250389C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90832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362</Words>
  <Application>Microsoft Office PowerPoint</Application>
  <PresentationFormat>Широкоэкранный</PresentationFormat>
  <Paragraphs>70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Тема Office</vt:lpstr>
      <vt:lpstr>Система управления складом Мобильное приложение для Android </vt:lpstr>
      <vt:lpstr>Цель проекта</vt:lpstr>
      <vt:lpstr>Задачи</vt:lpstr>
      <vt:lpstr>О приложении (функционал)</vt:lpstr>
      <vt:lpstr>О приложении (UI/UX особенности)</vt:lpstr>
      <vt:lpstr>Архитектура приложения</vt:lpstr>
      <vt:lpstr>Use-case диаграмма</vt:lpstr>
      <vt:lpstr>Диаграмма последовательности  — Загрузка списка</vt:lpstr>
      <vt:lpstr>Диаграмма последовательности — Редактирование товара</vt:lpstr>
      <vt:lpstr>Диаграмма последовательности  — Создание поставки </vt:lpstr>
      <vt:lpstr>Диаграмма последовательности  — Удаление списания</vt:lpstr>
      <vt:lpstr>Диаграмма последовательности — Фильтрация</vt:lpstr>
      <vt:lpstr>Тестирование и надёжность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Кристина Брянцева</dc:creator>
  <cp:lastModifiedBy>Кристина Брянцева</cp:lastModifiedBy>
  <cp:revision>2</cp:revision>
  <dcterms:created xsi:type="dcterms:W3CDTF">2026-01-09T18:10:57Z</dcterms:created>
  <dcterms:modified xsi:type="dcterms:W3CDTF">2026-01-09T18:17:13Z</dcterms:modified>
</cp:coreProperties>
</file>